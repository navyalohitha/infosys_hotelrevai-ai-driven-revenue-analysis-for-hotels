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F2C59-6B5F-4CAF-A289-6BE90F2B140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F3376-9C68-496E-B2C2-CE9BA60FE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21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F3376-9C68-496E-B2C2-CE9BA60FEF7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944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311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7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87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22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51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26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2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16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90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20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572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416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03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113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128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353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59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tr.pinterest.com/pin/get-thank-you-powerpoint-and-google-slides-template--69784690477595063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5B3B2-ED0D-A49C-3DF7-D6D2332B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0206"/>
            <a:ext cx="8229600" cy="1396181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HotelRevAI</a:t>
            </a:r>
            <a:r>
              <a:rPr lang="en-IN" dirty="0"/>
              <a:t> AI Driven Revenue </a:t>
            </a:r>
            <a:br>
              <a:rPr lang="en-IN" dirty="0"/>
            </a:br>
            <a:r>
              <a:rPr lang="en-IN" dirty="0"/>
              <a:t>Analysis for Hotels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9E77-7585-9B8F-65E9-C0FA0EC42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56386"/>
            <a:ext cx="8229600" cy="33921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800" dirty="0"/>
              <a:t>         Presented </a:t>
            </a:r>
            <a:r>
              <a:rPr lang="en-IN" sz="3800" dirty="0" err="1"/>
              <a:t>By:Team</a:t>
            </a:r>
            <a:r>
              <a:rPr lang="en-IN" sz="3800" dirty="0"/>
              <a:t> C</a:t>
            </a:r>
          </a:p>
          <a:p>
            <a:pPr marL="0" indent="0">
              <a:buNone/>
            </a:pPr>
            <a:r>
              <a:rPr lang="en-IN" sz="2800" dirty="0"/>
              <a:t>             Team Members:</a:t>
            </a:r>
          </a:p>
          <a:p>
            <a:pPr marL="0" indent="0">
              <a:buNone/>
            </a:pPr>
            <a:r>
              <a:rPr lang="en-IN" sz="2800" dirty="0"/>
              <a:t>                    Anil                           Pratap</a:t>
            </a:r>
          </a:p>
          <a:p>
            <a:pPr marL="0" indent="0">
              <a:buNone/>
            </a:pPr>
            <a:r>
              <a:rPr lang="en-IN" sz="2800" dirty="0"/>
              <a:t>                    Hema Bhanu Sri         Zainab</a:t>
            </a:r>
          </a:p>
          <a:p>
            <a:pPr marL="0" indent="0">
              <a:buNone/>
            </a:pPr>
            <a:r>
              <a:rPr lang="en-IN" sz="2800" dirty="0"/>
              <a:t>                    Varsha                         Navya</a:t>
            </a:r>
          </a:p>
          <a:p>
            <a:pPr marL="0" indent="0">
              <a:buNone/>
            </a:pPr>
            <a:r>
              <a:rPr lang="en-IN" sz="2800" dirty="0"/>
              <a:t>                     Dhanush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385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sz="2000" dirty="0" err="1"/>
              <a:t>HotelRevAI</a:t>
            </a:r>
            <a:r>
              <a:rPr sz="2000" dirty="0"/>
              <a:t> is an AI-based system developed to analyze hotel booking and revenue data efficiently.</a:t>
            </a:r>
          </a:p>
          <a:p>
            <a:pPr>
              <a:lnSpc>
                <a:spcPct val="150000"/>
              </a:lnSpc>
            </a:pPr>
            <a:r>
              <a:rPr sz="2000" dirty="0"/>
              <a:t>The system converts large volumes of booking data into meaningful business insights.</a:t>
            </a:r>
          </a:p>
          <a:p>
            <a:pPr>
              <a:lnSpc>
                <a:spcPct val="150000"/>
              </a:lnSpc>
            </a:pPr>
            <a:r>
              <a:rPr sz="2000" dirty="0"/>
              <a:t>It helps hotel managers understand revenue trends and booking patterns clearly.</a:t>
            </a:r>
          </a:p>
          <a:p>
            <a:pPr>
              <a:lnSpc>
                <a:spcPct val="150000"/>
              </a:lnSpc>
            </a:pPr>
            <a:r>
              <a:rPr sz="2000" dirty="0"/>
              <a:t>Power BI dashboards are used to visualize the data in an easy-to-understand format.</a:t>
            </a:r>
          </a:p>
          <a:p>
            <a:pPr>
              <a:lnSpc>
                <a:spcPct val="150000"/>
              </a:lnSpc>
            </a:pPr>
            <a:r>
              <a:rPr sz="2000" dirty="0"/>
              <a:t>Artificial Intelligence techniques help identify patterns and future trends.</a:t>
            </a:r>
          </a:p>
          <a:p>
            <a:pPr>
              <a:lnSpc>
                <a:spcPct val="150000"/>
              </a:lnSpc>
            </a:pPr>
            <a:r>
              <a:rPr sz="2000" dirty="0"/>
              <a:t>The system supports data-driven decision making instead of guesswork.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sz="2000" dirty="0"/>
              <a:t>Modern hotels receive bookings from multiple sources such as online travel agencies and direct bookings.</a:t>
            </a:r>
          </a:p>
          <a:p>
            <a:pPr>
              <a:lnSpc>
                <a:spcPct val="150000"/>
              </a:lnSpc>
            </a:pPr>
            <a:r>
              <a:rPr sz="2000" dirty="0"/>
              <a:t>These bookings generate a large amount of data that needs proper analysis.</a:t>
            </a:r>
          </a:p>
          <a:p>
            <a:pPr>
              <a:lnSpc>
                <a:spcPct val="150000"/>
              </a:lnSpc>
            </a:pPr>
            <a:r>
              <a:rPr sz="2000" dirty="0"/>
              <a:t>Manual analysis of booking data is slow and often inaccurate.</a:t>
            </a:r>
          </a:p>
          <a:p>
            <a:pPr>
              <a:lnSpc>
                <a:spcPct val="150000"/>
              </a:lnSpc>
            </a:pPr>
            <a:r>
              <a:rPr sz="2000" dirty="0"/>
              <a:t>Data analytics helps convert raw data into meaningful business information.</a:t>
            </a:r>
          </a:p>
          <a:p>
            <a:pPr>
              <a:lnSpc>
                <a:spcPct val="150000"/>
              </a:lnSpc>
            </a:pPr>
            <a:r>
              <a:rPr sz="2000" dirty="0"/>
              <a:t>Artificial Intelligence helps identify hidden patterns and relationships in data.</a:t>
            </a:r>
          </a:p>
          <a:p>
            <a:pPr>
              <a:lnSpc>
                <a:spcPct val="150000"/>
              </a:lnSpc>
            </a:pPr>
            <a:r>
              <a:rPr sz="2000" dirty="0"/>
              <a:t>Hotels need automated systems to manage revenue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sz="2000" dirty="0"/>
              <a:t>Hotels generate thousands of booking records which are difficult to analyze manually.</a:t>
            </a:r>
          </a:p>
          <a:p>
            <a:pPr>
              <a:lnSpc>
                <a:spcPct val="150000"/>
              </a:lnSpc>
            </a:pPr>
            <a:r>
              <a:rPr sz="2000" dirty="0"/>
              <a:t>Without proper analysis, hotels cannot understand revenue patterns.</a:t>
            </a:r>
          </a:p>
          <a:p>
            <a:pPr>
              <a:lnSpc>
                <a:spcPct val="150000"/>
              </a:lnSpc>
            </a:pPr>
            <a:r>
              <a:rPr sz="2000" dirty="0"/>
              <a:t>High cancellation rates can reduce hotel income significantly.</a:t>
            </a:r>
          </a:p>
          <a:p>
            <a:pPr>
              <a:lnSpc>
                <a:spcPct val="150000"/>
              </a:lnSpc>
            </a:pPr>
            <a:r>
              <a:rPr sz="2000" dirty="0"/>
              <a:t>Seasonal demand changes affect occupancy and pricing strategies.</a:t>
            </a:r>
          </a:p>
          <a:p>
            <a:pPr>
              <a:lnSpc>
                <a:spcPct val="150000"/>
              </a:lnSpc>
            </a:pPr>
            <a:r>
              <a:rPr sz="2000" dirty="0"/>
              <a:t>Pricing decisions become difficult without data analysis.</a:t>
            </a:r>
          </a:p>
          <a:p>
            <a:pPr>
              <a:lnSpc>
                <a:spcPct val="150000"/>
              </a:lnSpc>
            </a:pPr>
            <a:r>
              <a:rPr sz="2000" dirty="0"/>
              <a:t>Hotels require intelligent tools to improve revenue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sz="2000" dirty="0"/>
              <a:t>The main objective is to analyze hotel booking data in a systematic way.</a:t>
            </a:r>
          </a:p>
          <a:p>
            <a:pPr>
              <a:lnSpc>
                <a:spcPct val="150000"/>
              </a:lnSpc>
            </a:pPr>
            <a:r>
              <a:rPr sz="2000" dirty="0"/>
              <a:t>The system calculates important KPIs to measure hotel performance.</a:t>
            </a:r>
          </a:p>
          <a:p>
            <a:pPr>
              <a:lnSpc>
                <a:spcPct val="150000"/>
              </a:lnSpc>
            </a:pPr>
            <a:r>
              <a:rPr sz="2000" dirty="0"/>
              <a:t>The project helps identify booking and revenue trends over time.</a:t>
            </a:r>
          </a:p>
          <a:p>
            <a:pPr>
              <a:lnSpc>
                <a:spcPct val="150000"/>
              </a:lnSpc>
            </a:pPr>
            <a:r>
              <a:rPr sz="2000" dirty="0"/>
              <a:t>Customer behavior and booking patterns are analyzed.</a:t>
            </a:r>
          </a:p>
          <a:p>
            <a:pPr>
              <a:lnSpc>
                <a:spcPct val="150000"/>
              </a:lnSpc>
            </a:pPr>
            <a:r>
              <a:rPr sz="2000" dirty="0"/>
              <a:t>The system helps reduce cancellations and improve planning.</a:t>
            </a:r>
          </a:p>
          <a:p>
            <a:pPr>
              <a:lnSpc>
                <a:spcPct val="150000"/>
              </a:lnSpc>
            </a:pPr>
            <a:r>
              <a:rPr sz="2000" dirty="0"/>
              <a:t>The project supports better business decision 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sz="2000" dirty="0"/>
              <a:t>The dataset contains detailed hotel booking records collected over a period of time.</a:t>
            </a:r>
          </a:p>
          <a:p>
            <a:pPr>
              <a:lnSpc>
                <a:spcPct val="150000"/>
              </a:lnSpc>
            </a:pPr>
            <a:r>
              <a:rPr sz="2000" dirty="0"/>
              <a:t>Each row in the dataset represents a single hotel booking transaction.</a:t>
            </a:r>
          </a:p>
          <a:p>
            <a:pPr>
              <a:lnSpc>
                <a:spcPct val="150000"/>
              </a:lnSpc>
            </a:pPr>
            <a:r>
              <a:rPr sz="2000" dirty="0"/>
              <a:t>The dataset includes hotel information and customer details.</a:t>
            </a:r>
          </a:p>
          <a:p>
            <a:pPr>
              <a:lnSpc>
                <a:spcPct val="150000"/>
              </a:lnSpc>
            </a:pPr>
            <a:r>
              <a:rPr sz="2000" dirty="0"/>
              <a:t>Booking information such as stay duration and booking date is included.</a:t>
            </a:r>
          </a:p>
          <a:p>
            <a:pPr>
              <a:lnSpc>
                <a:spcPct val="150000"/>
              </a:lnSpc>
            </a:pPr>
            <a:r>
              <a:rPr sz="2000" dirty="0"/>
              <a:t>Revenue-related information such as ADR is also included.</a:t>
            </a:r>
          </a:p>
          <a:p>
            <a:pPr>
              <a:lnSpc>
                <a:spcPct val="150000"/>
              </a:lnSpc>
            </a:pPr>
            <a:r>
              <a:rPr sz="2000" dirty="0"/>
              <a:t>The dataset is used for building Power BI dashboards and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Dataset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sz="2000" dirty="0"/>
              <a:t>Hotel Type shows whether booking is for resort or city hotel.</a:t>
            </a:r>
          </a:p>
          <a:p>
            <a:pPr>
              <a:lnSpc>
                <a:spcPct val="150000"/>
              </a:lnSpc>
            </a:pPr>
            <a:r>
              <a:rPr sz="2000" dirty="0"/>
              <a:t>Cancellation Status shows cancelled or confirmed bookings.</a:t>
            </a:r>
          </a:p>
          <a:p>
            <a:pPr>
              <a:lnSpc>
                <a:spcPct val="150000"/>
              </a:lnSpc>
            </a:pPr>
            <a:r>
              <a:rPr sz="2000" dirty="0"/>
              <a:t>Lead Time shows how early customers book.</a:t>
            </a:r>
          </a:p>
          <a:p>
            <a:pPr>
              <a:lnSpc>
                <a:spcPct val="150000"/>
              </a:lnSpc>
            </a:pPr>
            <a:r>
              <a:rPr sz="2000" dirty="0"/>
              <a:t>Arrival Date shows check-in date.</a:t>
            </a:r>
          </a:p>
          <a:p>
            <a:pPr>
              <a:lnSpc>
                <a:spcPct val="150000"/>
              </a:lnSpc>
            </a:pPr>
            <a:r>
              <a:rPr sz="2000" dirty="0"/>
              <a:t>Number of Guests shows total people staying.</a:t>
            </a:r>
          </a:p>
          <a:p>
            <a:pPr>
              <a:lnSpc>
                <a:spcPct val="150000"/>
              </a:lnSpc>
            </a:pPr>
            <a:r>
              <a:rPr sz="2000" dirty="0"/>
              <a:t>ADR shows average price per room per 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sz="2000" dirty="0"/>
              <a:t>Total Guests = Adults + Children + Babies</a:t>
            </a:r>
          </a:p>
          <a:p>
            <a:pPr>
              <a:lnSpc>
                <a:spcPct val="150000"/>
              </a:lnSpc>
            </a:pPr>
            <a:r>
              <a:rPr sz="2000" dirty="0"/>
              <a:t>Total Nights = Weekend Nights + Week Nights</a:t>
            </a:r>
          </a:p>
          <a:p>
            <a:pPr>
              <a:lnSpc>
                <a:spcPct val="150000"/>
              </a:lnSpc>
            </a:pPr>
            <a:r>
              <a:rPr sz="2000" dirty="0"/>
              <a:t>Revenue = ADR × Total Nights</a:t>
            </a:r>
          </a:p>
          <a:p>
            <a:pPr>
              <a:lnSpc>
                <a:spcPct val="150000"/>
              </a:lnSpc>
            </a:pPr>
            <a:r>
              <a:rPr sz="2000" dirty="0"/>
              <a:t>These calculated columns make revenue analysis easier.</a:t>
            </a:r>
          </a:p>
          <a:p>
            <a:pPr>
              <a:lnSpc>
                <a:spcPct val="150000"/>
              </a:lnSpc>
            </a:pPr>
            <a:r>
              <a:rPr sz="2000" dirty="0"/>
              <a:t>These columns help calculate KPIs accurately.</a:t>
            </a:r>
          </a:p>
          <a:p>
            <a:pPr>
              <a:lnSpc>
                <a:spcPct val="150000"/>
              </a:lnSpc>
            </a:pPr>
            <a:r>
              <a:rPr sz="2000" dirty="0"/>
              <a:t>These columns simplify Power BI calculations.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sz="2000" dirty="0"/>
              <a:t>KPIs are measurable values used to evaluate hotel performance.</a:t>
            </a:r>
          </a:p>
          <a:p>
            <a:pPr>
              <a:lnSpc>
                <a:spcPct val="150000"/>
              </a:lnSpc>
            </a:pPr>
            <a:r>
              <a:rPr sz="2000" dirty="0"/>
              <a:t>Total Revenue shows hotel income.</a:t>
            </a:r>
          </a:p>
          <a:p>
            <a:pPr>
              <a:lnSpc>
                <a:spcPct val="150000"/>
              </a:lnSpc>
            </a:pPr>
            <a:r>
              <a:rPr sz="2000" dirty="0"/>
              <a:t>Occupancy Rate shows room utilization.</a:t>
            </a:r>
          </a:p>
          <a:p>
            <a:pPr>
              <a:lnSpc>
                <a:spcPct val="150000"/>
              </a:lnSpc>
            </a:pPr>
            <a:r>
              <a:rPr sz="2000" dirty="0"/>
              <a:t>Cancellation Rate shows cancelled bookings.</a:t>
            </a:r>
          </a:p>
          <a:p>
            <a:pPr>
              <a:lnSpc>
                <a:spcPct val="150000"/>
              </a:lnSpc>
            </a:pPr>
            <a:r>
              <a:rPr sz="2000" dirty="0"/>
              <a:t>ADR shows average price per room.</a:t>
            </a:r>
          </a:p>
          <a:p>
            <a:pPr>
              <a:lnSpc>
                <a:spcPct val="150000"/>
              </a:lnSpc>
            </a:pPr>
            <a:r>
              <a:rPr sz="2000" dirty="0"/>
              <a:t>RevPAR shows overall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Total Revenue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000" dirty="0"/>
              <a:t>Total Revenue represents total income from bookings.</a:t>
            </a:r>
          </a:p>
          <a:p>
            <a:pPr>
              <a:lnSpc>
                <a:spcPct val="150000"/>
              </a:lnSpc>
            </a:pPr>
            <a:r>
              <a:rPr sz="2000" dirty="0"/>
              <a:t>Higher revenue indicates better performance.</a:t>
            </a:r>
          </a:p>
          <a:p>
            <a:pPr>
              <a:lnSpc>
                <a:spcPct val="150000"/>
              </a:lnSpc>
            </a:pPr>
            <a:r>
              <a:rPr sz="2000" dirty="0"/>
              <a:t>Formula: Total Revenue = SUM(Revenue)</a:t>
            </a:r>
          </a:p>
          <a:p>
            <a:pPr>
              <a:lnSpc>
                <a:spcPct val="150000"/>
              </a:lnSpc>
            </a:pPr>
            <a:r>
              <a:rPr sz="2000" dirty="0"/>
              <a:t>DAX: Total Revenue = SUM(Booking[Revenue])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Bookings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000" dirty="0"/>
              <a:t>Total Bookings represents total number of bookings.</a:t>
            </a:r>
          </a:p>
          <a:p>
            <a:pPr>
              <a:lnSpc>
                <a:spcPct val="150000"/>
              </a:lnSpc>
            </a:pPr>
            <a:r>
              <a:rPr sz="2000" dirty="0"/>
              <a:t>Higher bookings indicate higher demand.</a:t>
            </a:r>
          </a:p>
          <a:p>
            <a:pPr>
              <a:lnSpc>
                <a:spcPct val="150000"/>
              </a:lnSpc>
            </a:pPr>
            <a:r>
              <a:rPr sz="2000" dirty="0"/>
              <a:t>Formula: Count of Booking Records</a:t>
            </a:r>
          </a:p>
          <a:p>
            <a:pPr>
              <a:lnSpc>
                <a:spcPct val="150000"/>
              </a:lnSpc>
            </a:pPr>
            <a:r>
              <a:rPr sz="2000" dirty="0"/>
              <a:t>DAX: Total Bookings = COUNT(Booking[Booking ID])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Occupancy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000" dirty="0"/>
              <a:t>Occupancy Rate shows percentage of rooms occupied.</a:t>
            </a:r>
          </a:p>
          <a:p>
            <a:pPr>
              <a:lnSpc>
                <a:spcPct val="150000"/>
              </a:lnSpc>
            </a:pPr>
            <a:r>
              <a:rPr sz="2000" dirty="0"/>
              <a:t>Higher occupancy means better performance.</a:t>
            </a:r>
          </a:p>
          <a:p>
            <a:pPr>
              <a:lnSpc>
                <a:spcPct val="150000"/>
              </a:lnSpc>
            </a:pPr>
            <a:r>
              <a:rPr sz="2000" dirty="0"/>
              <a:t>Formula: Occupied Rooms / Total Rooms ×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Cancellation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000" dirty="0"/>
              <a:t>Cancellation Rate shows percentage of cancelled bookings.</a:t>
            </a:r>
          </a:p>
          <a:p>
            <a:pPr>
              <a:lnSpc>
                <a:spcPct val="150000"/>
              </a:lnSpc>
            </a:pPr>
            <a:r>
              <a:rPr sz="2000" dirty="0"/>
              <a:t>High cancellations reduce revenue.</a:t>
            </a:r>
          </a:p>
          <a:p>
            <a:pPr>
              <a:lnSpc>
                <a:spcPct val="150000"/>
              </a:lnSpc>
            </a:pPr>
            <a:r>
              <a:rPr sz="2000" dirty="0"/>
              <a:t>Formula: Cancelled Bookings / Total Bookings × 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000" dirty="0"/>
              <a:t>ADR is Average Daily Rate.</a:t>
            </a:r>
          </a:p>
          <a:p>
            <a:pPr>
              <a:lnSpc>
                <a:spcPct val="150000"/>
              </a:lnSpc>
            </a:pPr>
            <a:r>
              <a:rPr sz="2000" dirty="0"/>
              <a:t>It shows average room price per day.</a:t>
            </a:r>
          </a:p>
          <a:p>
            <a:pPr>
              <a:lnSpc>
                <a:spcPct val="150000"/>
              </a:lnSpc>
            </a:pPr>
            <a:r>
              <a:rPr sz="2000" dirty="0"/>
              <a:t>Formula: Total Revenue / Total Nights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RevPAR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000" dirty="0"/>
              <a:t>RevPAR is Revenue Per Available Room.</a:t>
            </a:r>
          </a:p>
          <a:p>
            <a:pPr>
              <a:lnSpc>
                <a:spcPct val="150000"/>
              </a:lnSpc>
            </a:pPr>
            <a:r>
              <a:rPr sz="2000" dirty="0"/>
              <a:t>It combines revenue and occupancy.</a:t>
            </a:r>
          </a:p>
          <a:p>
            <a:pPr>
              <a:lnSpc>
                <a:spcPct val="150000"/>
              </a:lnSpc>
            </a:pPr>
            <a:r>
              <a:rPr sz="2000" dirty="0"/>
              <a:t>Formula: Total Revenue / Available Rooms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48479"/>
            <a:ext cx="8229600" cy="1347685"/>
          </a:xfrm>
        </p:spPr>
        <p:txBody>
          <a:bodyPr/>
          <a:lstStyle/>
          <a:p>
            <a:r>
              <a:rPr dirty="0"/>
              <a:t>Data Loading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86D6AD-54A1-7EA3-BBEA-04EEE2BD43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2890" y="2932100"/>
            <a:ext cx="7482349" cy="281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was imported into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Power BI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from the hotel booking dataset.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Power Query Editor was used to clean and transform the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Incorrect data types were corrected.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Missing and duplicate values were removed.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Columns were renamed for better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Clean data helps in accurate analysis and reporting.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A Star Schema Model was used.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Booking table is the Fact Table.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Other tables are Dimension Tables.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Relationships were created using IDs.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Data modeling improves performance and accuracy.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DAX</a:t>
            </a:r>
            <a:r>
              <a:rPr lang="en-IN" dirty="0"/>
              <a:t>(Data Analysis Expressions)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1F4D93-67B4-5521-3C41-F002DDE2D2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7018" y="2935598"/>
            <a:ext cx="7106265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DAX is a formula language used in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Power BI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It is used to create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calculations and measures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Helps in analyzing data and generating insights.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Used to calculate totals, averages, and percentages.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Converts raw data into useful business 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17E5-83EC-953E-8450-673955B0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DAX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C7B20-4B9B-DD72-5B53-7D66B672A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Performs advanced calculations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Creates dynamic dashboards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Helps analyze business performance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Generates KPIs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Supports decision making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Updates automatically with new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699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50FC-4330-4418-3C23-8DE69245D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of the DAX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E340E-A373-BD13-6FBD-EDDFA02D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Total Revenue = SUM(Booking[Revenue])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Total Bookings = COUNT(Booking[Booking ID])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Average Stay = AVERAGE(Booking[Stay Duration])</a:t>
            </a:r>
            <a:endParaRPr lang="en-I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/>
              <a:t>              </a:t>
            </a:r>
            <a:endParaRPr lang="en-I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2572567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6067E-04E0-B0E4-560E-9BA05355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Metrics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FBF5-AC8E-90E5-B8CF-B7D29A1FD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Business metrics measure business performance.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Used to analyze hotel revenue and bookings.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Helps understand customer behavior.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Shows business growth and trends.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Helps managers make better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817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7D3D-5557-31EB-600D-97C446A5E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1DEBA-C26A-D3F5-130C-7CF6F985F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Total Revenue – Total income from bookings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Total Bookings – Number of bookings made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Average Stay Duration – Average stay days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Revenue by Room Type – Best performing room type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Revenue by Hotel – Best performing hotel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149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F68A-3A24-A3B3-20FF-5753CBBC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858" y="580394"/>
            <a:ext cx="8229600" cy="1711478"/>
          </a:xfrm>
        </p:spPr>
        <p:txBody>
          <a:bodyPr/>
          <a:lstStyle/>
          <a:p>
            <a:r>
              <a:rPr lang="en-IN" dirty="0"/>
              <a:t>Importance of Business Metrics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096BAE-D9FB-4D8A-4D57-9AA9D3E636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48580" y="2665498"/>
            <a:ext cx="8057535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Monitor hotel performance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Identify profitable areas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Improve decision making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Increase revenue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Understand customer trends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Makes dashboard more meaningful</a:t>
            </a:r>
          </a:p>
        </p:txBody>
      </p:sp>
    </p:spTree>
    <p:extLst>
      <p:ext uri="{BB962C8B-B14F-4D97-AF65-F5344CB8AC3E}">
        <p14:creationId xmlns:p14="http://schemas.microsoft.com/office/powerpoint/2010/main" val="3131879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9B97D-3199-8D42-83FE-5E692B47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426C18-5D16-92CB-AEEB-B0515F4CDA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2336" y="2745540"/>
            <a:ext cx="8229600" cy="327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HotelRevAI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project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analyzes hotel booking data using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Power BI and AI techniques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loading, cleaning, and modeling were performed to ensure accurate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DAX measures were used to calculate important business metrics.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dashboard provides insights into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revenue, bookings, and customer behavior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Business metrics help hotels make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better data-driven decisions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9562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E36368-A0CA-0139-F9BA-820484273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923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54</TotalTime>
  <Words>1050</Words>
  <Application>Microsoft Office PowerPoint</Application>
  <PresentationFormat>On-screen Show (4:3)</PresentationFormat>
  <Paragraphs>147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Garamond</vt:lpstr>
      <vt:lpstr>Organic</vt:lpstr>
      <vt:lpstr>HotelRevAI AI Driven Revenue  Analysis for Hotels </vt:lpstr>
      <vt:lpstr>Introduction</vt:lpstr>
      <vt:lpstr>Background</vt:lpstr>
      <vt:lpstr>Problem Statement</vt:lpstr>
      <vt:lpstr>Project Objectives</vt:lpstr>
      <vt:lpstr>Dataset Overview</vt:lpstr>
      <vt:lpstr>Important Dataset Columns</vt:lpstr>
      <vt:lpstr>Calculated Columns</vt:lpstr>
      <vt:lpstr>Key Performance Indicators</vt:lpstr>
      <vt:lpstr>Total Revenue</vt:lpstr>
      <vt:lpstr>Total Bookings</vt:lpstr>
      <vt:lpstr>Occupancy Rate</vt:lpstr>
      <vt:lpstr>Cancellation Rate</vt:lpstr>
      <vt:lpstr>ADR</vt:lpstr>
      <vt:lpstr>RevPAR</vt:lpstr>
      <vt:lpstr>Data Loading</vt:lpstr>
      <vt:lpstr>Data Modeling</vt:lpstr>
      <vt:lpstr>DAX(Data Analysis Expressions)</vt:lpstr>
      <vt:lpstr>Importance Of DAX</vt:lpstr>
      <vt:lpstr>Some of the DAX Measures</vt:lpstr>
      <vt:lpstr>Business Metrics</vt:lpstr>
      <vt:lpstr>Key Business Metrics</vt:lpstr>
      <vt:lpstr>Importance of Business Metrics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Anil M</cp:lastModifiedBy>
  <cp:revision>3</cp:revision>
  <dcterms:created xsi:type="dcterms:W3CDTF">2013-01-27T09:14:16Z</dcterms:created>
  <dcterms:modified xsi:type="dcterms:W3CDTF">2026-02-25T16:53:13Z</dcterms:modified>
  <cp:category/>
</cp:coreProperties>
</file>